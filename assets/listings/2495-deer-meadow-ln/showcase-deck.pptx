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Interior images are illustrative renderings only; actual colors, materials, and final specifications may vary. Information deemed reliable but not guaranteed — buyer to verify all details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931920"/>
            <a:ext cx="12161520" cy="2926080"/>
          </a:xfrm>
          <a:prstGeom prst="rect">
            <a:avLst/>
          </a:prstGeom>
          <a:solidFill>
            <a:srgbClr val="000000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ESTATE OPPORTUNITY  ·  ARRINGTON, TENNESSEE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94360" y="3611880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2495 Deer Meadow Lane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9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8.79 private acres  ·  a modern Scandinavian retreat  ·  room to build your estate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C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$2,700,000</a:t>
            </a:r>
            <a:r>
              <a:rPr lang="en-US" sz="1300" dirty="0">
                <a:solidFill>
                  <a:srgbClr val="E9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Offered by The Stonehouse Company  ·  Compass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0"/>
            <a:ext cx="5715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15000" cy="6858000"/>
          </a:xfrm>
          <a:prstGeom prst="rect">
            <a:avLst/>
          </a:prstGeom>
          <a:solidFill>
            <a:srgbClr val="141414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homesite in an</a:t>
            </a:r>
            <a:endParaRPr lang="en-US" sz="3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enclave of $8M+ estates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50" dirty="0">
                <a:solidFill>
                  <a:srgbClr val="CF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 the wooded hills of Arrington, this 8.79-acre tract is the last remaining canvas within a private community of custom estates valued at $8 million and above — a level of scarcity that rarely reaches the open market.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4526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8.79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5146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 OF PRIVATE LAND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$8M+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2514600" y="5321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 ESTATE VALUES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84301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514600" y="59801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SCANDINAVIAN BUILD ON SITE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749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0" y="1097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overview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02920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30352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8.79 AC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530352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 (382,892 SF)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4964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82396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 SF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882396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Barndominium residence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30352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BD / 1.5 BA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30352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2nd-floor bonus room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54964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82396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2026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82396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construction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30352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Williamson Co.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530352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Top-rated school district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54964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82396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Septic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882396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Serviced &amp; build-ready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8.79 acres in the hills of Arrington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955280" cy="443941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915400" y="173736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D9C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quiet, wooded canvas.
</a:t>
            </a:r>
            <a:r>
              <a:rPr lang="en-US" sz="1250" dirty="0">
                <a:solidFill>
                  <a:srgbClr val="CF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topography and mature tree cover on a private street — space to build, entertain, and retreat, all inside prestigious Williamson County.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023360"/>
            <a:ext cx="2606040" cy="2148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5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4114800"/>
            <a:ext cx="12161520" cy="2743200"/>
          </a:xfrm>
          <a:prstGeom prst="rect">
            <a:avLst/>
          </a:prstGeom>
          <a:solidFill>
            <a:srgbClr val="00000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Scandinavian-style barndominium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 sq. ft. of clean, modern design — three bedrooms, a full kitchen, and a soaring second-floor bonus room. Live on-site in comfort while your main estate takes shape, or keep it as a private high-end retreat.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Warm, minimal, light-filled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6903720" cy="4434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783080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4087368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room considered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9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0"/>
            <a:ext cx="63093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52160" y="0"/>
            <a:ext cx="1463040" cy="6858000"/>
          </a:xfrm>
          <a:prstGeom prst="rect">
            <a:avLst/>
          </a:prstGeom>
          <a:solidFill>
            <a:srgbClr val="141414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BY DESIGN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8016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bonus level built for how</a:t>
            </a:r>
            <a:endParaRPr lang="en-US" sz="29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actually live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640080" y="2980944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2926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studio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2552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EB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Acoustically ideal, private second-floor volume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822192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37673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 simulator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4096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EB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and footprint for a full swing bay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663440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608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3-car garage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937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EB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structure for luxury vehicle storage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5504688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54498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In-law suite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5779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EB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self-contained private residence for guests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141414">
              <a:alpha val="3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141414">
              <a:alpha val="5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41414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BONUS LEVEL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143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recording studio,</a:t>
            </a:r>
            <a:endParaRPr lang="en-US" sz="3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in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soaring second-floor volume is tailor-made for music — wood-lined for warmth, filled with natural light, and sized to track, mix, and unwind.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4041648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32688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Vaulted timber acoustics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2688" y="4297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wood-lined room with height to spare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4828032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47640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Track, mix &amp; produce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932688" y="50840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for a full console, monitors, and live takes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614416"/>
            <a:ext cx="128016" cy="128016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32688" y="5550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lounge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2688" y="58704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Instruments, seating, and a vinyl corner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7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images are artist's renderings for illustrative purposes only.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663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POTENTIAL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120640" y="105156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estate you</a:t>
            </a:r>
            <a:endParaRPr lang="en-US" sz="3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have in mind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120640" y="2514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is prepared and build-ready for a custom 4-bedroom, 3-bath residence — equally suited to a modern-minimal or an organic European estate aesthetic.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120640" y="3794760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349240" y="38953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while you build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0" y="3895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Occupy the barndominium and oversee construction on-site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120640" y="4636008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349240" y="47365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canvas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772400" y="47365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8.79 acres to site your home, pool, and outbuildings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120640" y="5477256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349240" y="5577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pedigree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0" y="5577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proven $8M+ enclave from day one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NARRATIVE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Vision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CF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narrative for the estate — exterior elevations, interiors, landscape,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CF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material and fixture selections that define it.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5166360"/>
            <a:ext cx="118872" cy="118872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77824" y="5166360"/>
            <a:ext cx="118872" cy="118872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5166360"/>
            <a:ext cx="118872" cy="118872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16736" y="5166360"/>
            <a:ext cx="118872" cy="118872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36192" y="5166360"/>
            <a:ext cx="118872" cy="118872"/>
          </a:xfrm>
          <a:prstGeom prst="rect">
            <a:avLst/>
          </a:prstGeom>
          <a:solidFill>
            <a:srgbClr val="C2A0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&amp; SCHOOLS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Arrington — Williamson County, Tennessee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F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Nashville region's most sought-after addresses: acreage, privacy, and quiet roads — minutes from Franklin, wineries, and top-tier amenities, within an award-winning public school district.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7840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J Page High School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9–12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81888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0060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J Page Middle School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80060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6–8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32104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4108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2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7/10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65936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4108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Arrington Elementary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4108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PK–5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ratings via GreatSchools.org. Proximity and boundaries are not a guarantee of enrollment; verify directly with the district.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A28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value case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$2,700,000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price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2044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7647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 / SF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77647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existing residence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5683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$8M+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5683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estate values in the enclave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28116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53719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$1,873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3719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property taxes (2025)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10881360" cy="1417320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2A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holds value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46451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4DF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in a capped, high-value enclave is inherently scarce. With a finished residence already in place and 8.79 acres to build on, a buyer secures both immediate use and long-horizon upside as the final estate in the community is completed.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141414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A PRIVATE TOUR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see what the final</a:t>
            </a:r>
            <a:endParaRPr lang="en-US" sz="3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homesite feels like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85800" y="34290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showings by appointment. I'd be glad to walk the land with you and talk through build options and timeline.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 ·  The Stonehouse Company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92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C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(615) 812-0066
ryan@stonehouserealtyco.com
thestonehouseco.com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images are artist's renderings for illustrative purposes only; final finishes and specifications may vary.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6291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at $2,700,000  ·  Compass  ·  Equal Housing Opportunity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919</Words>
  <Application>Microsoft Macintosh PowerPoint</Application>
  <PresentationFormat>Widescreen</PresentationFormat>
  <Paragraphs>165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ryan stonehouse</cp:lastModifiedBy>
  <cp:revision>1</cp:revision>
  <dcterms:created xsi:type="dcterms:W3CDTF">2026-07-09T17:26:04Z</dcterms:created>
  <dcterms:modified xsi:type="dcterms:W3CDTF">2026-07-09T17:28:40Z</dcterms:modified>
</cp:coreProperties>
</file>